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120640"/>
            <a:ext cx="12188952" cy="54864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I-35 CORRIDOR INTELLIGENCE BRIEF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745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I-35 Corridor Black Youth Fatherhood Gap is one problem, two metros.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338328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story. Two metros. Verified data + modeled bridges + live grant pipeline.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on every slide is sourced.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53949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TCAF · synthesized 4/17/2026, 7:21:46 PM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1457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story · 6 connected beats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1457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verified SDOH → school discipline → fatherhood gap → platform → funding → partners chain together.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1274552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1. The shared SDOH signature
In both Waco / McLennan County and Austin / Travis County, the historically Black ZIPs carry the same SDOH stack: elevated SVI, food-desert flags, weaker mental-health access, and concentrated housing instability. The county-level numbers from Census ACS + CDC PLACES + USDA Food Access confirm the pattern — not anecdote.
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2. The same school-to-prison pipeline
Waco ISD carries a publicly documented Black-student discipline disparity (TEA Stage 4 reprimand). Austin ISD + Manor + Del Valle + Pflugerville carries the same disparity at scale across four districts. Both feed measurable juvenile-offense rates in the focus ZIPs.
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3. The fatherhood gap math
Modeled from the verified Census base: ~5,619 Black children in single-parent households in McLennan and ~12,498 in Travis. Combined Black-male-mentor gap: ~3,986 mentors needed across the corridor.
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4. The platform answer
TCAF's 24-platform AI OS is not 24 silos. RPLICE is the event bus that lets WAB2 surface need, LifeBridge engage families, Sankofa Men match mentors, and WholeMind/ISSS Youth wrap services — across both metros, in real time, with shared evidence.
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5. The funding architecture
24 corridor-relevant grant opportunities currently tracked in the platform. Strategy: one TX HHSC application, two place-based foundation tracks (Cooper/Waco Fdn for Waco, St. David's/Dell for Austin), one corporate corridor ask, one PCORI Cycle-2 LOI (April 28).
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6. The 90-day partnership table
United Way (both), STARRY, Prosper Waco, 100 BMCT, AAUL, BBBS Lone Star, Foundation Communities, Waco ISD + AISD/Manor/Del Valle/Pflugerville, Baylor SSW + UT SSW + Huston-Tillotson, plus the corporate ERG layer (H-E-B, Dell, USAA, Tito's, McLane, Indeed, Google, Baylor Healthcare).
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11457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TCAF · Narrative arc · 2026-04-17 · live from /api/corridor/story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383280"/>
            <a:ext cx="12188952" cy="4572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574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· WACO / MCLENNAN COUNTY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6118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concentrated pattern · focus ZIP 76704 · Waco ISD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1457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Waco / McLennan County — verified baseline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1457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of 2026-12-31 · sources: cdc_places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7432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2743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261,090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847088"/>
            <a:ext cx="2560320" cy="4096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population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256739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[verified] U.S. Census ACS 5-year (via gis-engine) · 2026-12-31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383280" y="1188720"/>
            <a:ext cx="27432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280160"/>
            <a:ext cx="2743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17.2%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474720" y="1847088"/>
            <a:ext cx="2560320" cy="4096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Poverty rate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74720" y="2256739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[verified] U.S. Census ACS 5-year B17001 · 2026-12-31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6309360" y="1188720"/>
            <a:ext cx="27432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280160"/>
            <a:ext cx="2743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$60K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00800" y="1847088"/>
            <a:ext cx="2560320" cy="4096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income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0" y="2256739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[verified] U.S. Census ACS 5-year B19013 · 2026-12-31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9235440" y="1188720"/>
            <a:ext cx="256032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35440" y="1280160"/>
            <a:ext cx="2560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326880" y="1847088"/>
            <a:ext cx="2377440" cy="4096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Unemployment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326880" y="2256739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[verified] BLS LAUS (via gis-engine) · 2026-12-31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57200" y="2834640"/>
            <a:ext cx="27432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9B1C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926080"/>
            <a:ext cx="2743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48640" y="3493008"/>
            <a:ext cx="2560320" cy="4096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 percentile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3902659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[unverified] CDC SVI · 2026-12-31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383280" y="2834640"/>
            <a:ext cx="27432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2926080"/>
            <a:ext cx="2743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26.32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3474720" y="3493008"/>
            <a:ext cx="2560320" cy="4096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burden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0" y="3902659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[verified] CDC PLACES · 2026-12-31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6309360" y="2834640"/>
            <a:ext cx="27432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9B1C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2926080"/>
            <a:ext cx="2743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6400800" y="3493008"/>
            <a:ext cx="2560320" cy="4096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desert flag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0" y="3902659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[unverified] USDA Food Access Research Atlas (via gis-engine) · 2026-12-31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9235440" y="2834640"/>
            <a:ext cx="256032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9B1C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35440" y="2926080"/>
            <a:ext cx="2560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9326880" y="3493008"/>
            <a:ext cx="2377440" cy="4096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rows on file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326880" y="3902659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[unverified] neighborhood_intelligence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57200" y="45720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border = verified primary source · Gold = modeled from verified base · Red = unverified / pending ingestion.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5760" y="6565392"/>
            <a:ext cx="11457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TCAF · Waco / McLennan County · baseline · 2026-04-17 · live from /api/corridor/story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1457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Waco / McLennan County — fatherhood gap (modeled from verified base)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1457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modeled number shows its method.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7432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2743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36,801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847088"/>
            <a:ext cx="2560320" cy="4096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population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256739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[verified] U.S. Census Bureau ACS 5-year (2018–2022) — Table B01001B — Sex by Age — Black or African American Alone · 2022-12-31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383280" y="1188720"/>
            <a:ext cx="27432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9B1C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280160"/>
            <a:ext cx="2743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5,619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474720" y="1847088"/>
            <a:ext cx="2560320" cy="4096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· single-parent HH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74720" y="2256739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[estimated] Verified Census ACS B01001B children 0-17 × 55% single-parent share · 2026-12-31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6309360" y="1188720"/>
            <a:ext cx="27432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9B1C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280160"/>
            <a:ext cx="2743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927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00800" y="1847088"/>
            <a:ext cx="2560320" cy="4096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youth 16–24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0" y="2256739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[estimated] Verified Census ACS B01001B youth 18-24 × 18% Black disconnection rate · 2026-12-31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9235440" y="1188720"/>
            <a:ext cx="256032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9B1C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35440" y="1280160"/>
            <a:ext cx="2560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1,236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326880" y="1847088"/>
            <a:ext cx="2377440" cy="4096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gap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326880" y="2256739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[estimated] Derived from verified Census children 0-17 × 55% single-parent share × 22% mentor demand · 2026-12-31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57200" y="2926080"/>
            <a:ext cx="1127455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Waco / McLennan County (concentrated pattern). Population 261,090. Poverty rate 17.2%. Median income $59,781.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SDOH stack: SVI percentile —, health burden composite 26.32, food-desert flag —, unemployment 4.4%.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ZIP 76704: hotspot=—, juvenile offense rate=—, dropout=—, mental-health access=—.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fatherhood gap: ~5,619 Black children in single-parent households → ~1,236 Black-male mentors needed → ~927 disconnected Black youth (16–24).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known community partners on file in this metro; 0 active programs in the focus ZIP.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6565392"/>
            <a:ext cx="11457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TCAF · Waco / McLennan County · chained story · 2026-04-17 · live from /api/corridor/story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383280"/>
            <a:ext cx="12188952" cy="4572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574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· AUSTIN / TRAVIS COUNTY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6118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dispersed pattern · focus ZIP 78721 · Austin ISD + Manor + Del Valle + Pflugerville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1457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Austin / Travis County — verified baseline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1457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of 2026-12-31 · sources: cdc_places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7432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2743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1,289,054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847088"/>
            <a:ext cx="2560320" cy="4096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population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256739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[verified] U.S. Census ACS 5-year (via gis-engine) · 2026-12-31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383280" y="1188720"/>
            <a:ext cx="27432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280160"/>
            <a:ext cx="2743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474720" y="1847088"/>
            <a:ext cx="2560320" cy="4096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Poverty rate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74720" y="2256739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[verified] U.S. Census ACS 5-year B17001 · 2026-12-31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6309360" y="1188720"/>
            <a:ext cx="27432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280160"/>
            <a:ext cx="2743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$93K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00800" y="1847088"/>
            <a:ext cx="2560320" cy="4096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income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0" y="2256739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[verified] U.S. Census ACS 5-year B19013 · 2026-12-31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9235440" y="1188720"/>
            <a:ext cx="256032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35440" y="1280160"/>
            <a:ext cx="2560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326880" y="1847088"/>
            <a:ext cx="2377440" cy="4096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Unemployment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326880" y="2256739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[verified] BLS LAUS (via gis-engine) · 2026-12-31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57200" y="2834640"/>
            <a:ext cx="27432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9B1C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926080"/>
            <a:ext cx="2743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48640" y="3493008"/>
            <a:ext cx="2560320" cy="4096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 percentile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3902659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[unverified] CDC SVI · 2026-12-31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383280" y="2834640"/>
            <a:ext cx="27432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2926080"/>
            <a:ext cx="2743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21.27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3474720" y="3493008"/>
            <a:ext cx="2560320" cy="4096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burden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0" y="3902659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[verified] CDC PLACES · 2026-12-31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6309360" y="2834640"/>
            <a:ext cx="27432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9B1C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2926080"/>
            <a:ext cx="2743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6400800" y="3493008"/>
            <a:ext cx="2560320" cy="4096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desert flag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0" y="3902659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[unverified] USDA Food Access Research Atlas (via gis-engine) · 2026-12-31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9235440" y="2834640"/>
            <a:ext cx="256032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9B1C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35440" y="2926080"/>
            <a:ext cx="2560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9326880" y="3493008"/>
            <a:ext cx="2377440" cy="4096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rows on file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326880" y="3902659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[unverified] neighborhood_intelligence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57200" y="45720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border = verified primary source · Gold = modeled from verified base · Red = unverified / pending ingestion.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5760" y="6565392"/>
            <a:ext cx="11457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TCAF · Austin / Travis County · baseline · 2026-04-17 · live from /api/corridor/story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1457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Austin / Travis County — fatherhood gap (modeled from verified base)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1457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modeled number shows its method.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7432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2743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107,055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847088"/>
            <a:ext cx="2560320" cy="4096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population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256739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[verified] U.S. Census Bureau ACS 5-year (2018–2022) — Table B01001B — Sex by Age — Black or African American Alone · 2022-12-31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383280" y="1188720"/>
            <a:ext cx="27432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9B1C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280160"/>
            <a:ext cx="2743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12,498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474720" y="1847088"/>
            <a:ext cx="2560320" cy="4096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· single-parent HH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74720" y="2256739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[estimated] Verified Census ACS B01001B children 0-17 × 55% single-parent share · 2026-12-31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6309360" y="1188720"/>
            <a:ext cx="27432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9B1C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280160"/>
            <a:ext cx="2743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2,039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00800" y="1847088"/>
            <a:ext cx="2560320" cy="4096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youth 16–24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0" y="2256739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[estimated] Verified Census ACS B01001B youth 18-24 × 18% Black disconnection rate · 2026-12-31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9235440" y="1188720"/>
            <a:ext cx="256032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9B1C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35440" y="1280160"/>
            <a:ext cx="2560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2,750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326880" y="1847088"/>
            <a:ext cx="2377440" cy="4096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gap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326880" y="2256739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[estimated] Derived from verified Census children 0-17 × 55% single-parent share × 22% mentor demand · 2026-12-31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57200" y="2926080"/>
            <a:ext cx="1127455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Austin / Travis County (dispersed pattern). Population 1,289,054. Poverty rate 11.1%. Median income $92,731.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SDOH stack: SVI percentile —, health burden composite 21.27, food-desert flag —, unemployment 4.2%.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ZIP 78721: hotspot=—, juvenile offense rate=—, dropout=—, mental-health access=—.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fatherhood gap: ~12,498 Black children in single-parent households → ~2,750 Black-male mentors needed → ~2,039 disconnected Black youth (16–24).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known community partners on file in this metro; 0 active programs in the focus ZIP.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6565392"/>
            <a:ext cx="11457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TCAF · Austin / Travis County · chained story · 2026-04-17 · live from /api/corridor/story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383280"/>
            <a:ext cx="12188952" cy="4572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574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· SYMMETRY · ALIGNMENT · DIFFERENCES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6118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metros, one corridor, one playbook.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1457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 — what the data confirms is identical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91672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counties show the same chained pattern: concentrated SDOH burden in historically Black ZIPs feeds elevated juvenile-offense and dropout signals, which feeds the disconnected-youth pool.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metros operate inside the BBBS Lone Star network — the same Black-male-mentor waitlist crisis is recorded by the same parent organization in both places.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pull from the same TX HHSC Fatherhood pool and the same TWC Skills Development pool. One state application architecture serves both pods.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metros have an active TEA-regulated school district with publicly disproportionate Black-student discipline — the school-to-prison pipeline mechanics are identical.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6565392"/>
            <a:ext cx="11457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TCAF · Comparison · Symmetry · 2026-04-17 · live from /api/corridor/story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1457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symmetry — does the data actually mirror?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743200"/>
                <a:gridCol w="2743200"/>
                <a:gridCol w="256032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Waco / McLennan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Austin / Travis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povertyRate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unemployment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healthBurden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within ±15% = strong symmetry; outside = local divergence requiring metro-specific strategy.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65760" y="6565392"/>
            <a:ext cx="11457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TCAF · Comparison · Numeric · 2026-04-17 · live from /api/corridor/story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1457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— where the two ecosystems already meet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114300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468880"/>
                <a:gridCol w="3108960"/>
                <a:gridCol w="36576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Waco partner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Austin partner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rail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Backbone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Prosper Waco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Mission Capital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 corridor learning agenda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service (fatherhood)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STARRY Fatherhood Program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AAUL + 100 BMCT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TX HHSC Fatherhood Initiative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Mentor network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BBBS West Central TX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BBBS Lone Star (Austin)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parent network — one pipeline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Higher-ed pipeline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Baylor / MCC / TSTC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 Austin / Huston-Tillotson / ACC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TX work-study + service-learning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Workforce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Heart of Texas Workforce Board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Workforce Solutions Capital Area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TWC Skills Development Fund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Cooper / Waco Fdn / UW Waco-McLennan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St. David's / Dell / UW Greater Austin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I-35 Corridor co-funded cohort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6565392"/>
            <a:ext cx="11457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TCAF · Comparison · Alignment · 2026-04-17 · live from /api/corridor/story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1457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Differences — what makes each metro unique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91672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vs dispersion: Waco's need is geographically concentrated in 76704 (one neighborhood-scale intervention); Austin's need is dispersed across 6 ZIPs and 4+ districts (must be hub-and-spoke).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Philanthropic capital: Austin has ~10× the local foundation grant capital — but ~10× the competition for it. Waco has tighter relationships and faster decisions.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anchoring: Austin has Six Square (designated Black Cultural District); Waco has no equivalent — building one is part of the play.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HBCU presence: Austin has Huston-Tillotson; Waco does not — Baylor's Diana R. Garland School of Social Work is the willing partner.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Gentrification pressure: Austin's intervention must include housing stability (Foundation Communities) because families are being priced out. Waco's families are stable in place but under-resourced.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100 Black Men chapter: active in Austin, absent in Waco — Phase 1 Waco deliverable is to charter a Sankofa-Men-led equivalent.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565392"/>
            <a:ext cx="11457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TCAF · Comparison · Differences · 2026-04-17 · live from /api/corridor/story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1457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grant pipeline · 24 corridor-relevant opportunities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1457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platform's grant tracker — refreshed automatically.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88720"/>
          <a:ext cx="11612880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2743200"/>
                <a:gridCol w="1554480"/>
                <a:gridCol w="137160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BJA FY25 Public Safety and Mental Health Initiative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Bureau of Justice Assistance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3/30/2026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OJJDP FY25 Second Chance Act Addressing the Needs of Incarcerated Parents and Their Minor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 of Juvenile Justice Delinquency Prevention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3/30/2026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OJJDP FY25 Victims of Child Abuse Act Training and Technical Assistance for Child Abuse Pr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 of Juvenile Justice Delinquency Prevention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3/30/2026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Fiscal Year (FY) 2026 National Technical Assistance Programs (NTAP) Cooperative Agreements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Resources and Services Administration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3/31/2026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BJA FY25 Smart Reentry Demonstration Program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Bureau of Justice Assistance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4/1/2026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BJA FY25 Edward Byrne Memorial Justice Assistance Grant (JAG) Program &amp;ndash; State Formul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Bureau of Justice Assistance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4/7/2026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BJA FY26 Bridging Immigration-Related Deficits Experienced Nationwide Program: District of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Bureau of Justice Assistance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4/9/2026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BJA FY25 Tribal Justice Infrastructure: Physical Plant and Corrections Operations Support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Bureau of Justice Assistance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4/10/2026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TWC RFA 32026-00162 — Workforce Readiness Training for CTE Students II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Texas Workforce Commission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$2,000,000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4/10/2026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 Impact Fund — Youth Workforce Readiness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 Impact Fund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4/10/2026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6565392"/>
            <a:ext cx="11457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TCAF · Funding pipeline · 2026-04-17 · live from /api/corridor/story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1457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powering this brief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1457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public, all primary, all linked.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91672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Census ACS 5-year (2018–2022) — Population, poverty, income, education attainment
https://api.census.gov/data/2022/acs/acs5
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PLACES Local Health Data — Chronic disease + mental health burden by tract/ZIP
https://data.cdc.gov/resource/swc5-untb.json
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Social Vulnerability Index — Composite social vulnerability percentile
https://data.cdc.gov/resource/4d8n-kk8a.json
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USDA Food Access Research Atlas — Food-desert designation by tract
https://www.ers.usda.gov/data-products/food-access-research-atlas
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BLS LAUS (county unemployment) — Monthly county unemployment
https://www.bls.gov/lau/
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FBI Crime Data API — State + county crime estimates
https://api.usa.gov/crime/fbi/sapi/
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HUD CHAS housing burden — Housing cost burden by tract
https://www.huduser.gov/portal/datasets/cp.html
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SAMHSA Treatment Locator + grants — Behavioral health access + funding pipeline
https://findtreatment.gov
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 Education Agency TAPR — District + campus discipline by race
https://tea.texas.gov/texas-schools/accountability/academic-accountability/performance-reporting/texas-academic-performance-reports
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Grants.gov live opportunities — Federal grant pipeline
https://www.grants.gov/
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Juvenile Justice Department — Juvenile referrals by county/race
https://www.tjjd.texas.gov/
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BBBS Lone Star public reporting — Mentor waitlist + match data
https://www.bigmentoring.org/
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11457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TCAF · Sources · 2026-04-17 · live from /api/corridor/story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120640"/>
            <a:ext cx="12188952" cy="54864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0"/>
            <a:ext cx="112745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 is alarming. The mechanics are knowable.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partners are present. The platform is built.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 the corridor. Close the gap.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3949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TCAF · 2026-04-17 · /corridor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I-35 Corridor Intelligence: Black Youth Fatherhood Gap</dc:title>
  <dc:subject>PptxGenJS Presentation</dc:subject>
  <dc:creator>TCAF · ThriveUp Community Academy</dc:creator>
  <cp:lastModifiedBy>TCAF · ThriveUp Community Academy</cp:lastModifiedBy>
  <cp:revision>1</cp:revision>
  <dcterms:created xsi:type="dcterms:W3CDTF">2026-04-17T19:21:46Z</dcterms:created>
  <dcterms:modified xsi:type="dcterms:W3CDTF">2026-04-17T19:21:46Z</dcterms:modified>
</cp:coreProperties>
</file>