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YOUTH FATHERHOOD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County  ·  Austin / Travis County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two-metro picture of disconnection, the school-to-prison pipeline,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mentor gap — and how a coordinated AI-augmented response can close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TCAF / ThriveUp Community Academy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snapshot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/api/corridor/story · 2026-04-17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— LIVE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poverty rate: 35.71 % · U.S. Census Bureau ACS 5-year (2018–2022) — Table B17001B — Poverty Status by Sex by Age — Black or African American Alone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families single-parent share: 59.85 % · U.S. Census Bureau ACS 5-year (2018–2022) — Table B11001B — Household Type — Black Alone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adults without HS diploma: 13.47 % · U.S. Census Bureau ACS 5-year (2018–2022) — Table C15002B — Sex by Educational Attainment — Black Alone, 25+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prevalence: 23.65 % · CDC PLACES — Local Data for Better Health — Measure DEPRESSION (county-tract avg)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without health insurance: 16.95 % · CDC PLACES — Local Data for Better Health — Measure ACCESS2 (county-tract avg)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crime (TX) (static — live API unavailable)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— LIVE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poverty rate: 16.94 % · U.S. Census Bureau ACS 5-year (2018–2022) — Table B17001B — Poverty Status by Sex by Age — Black or African American Alone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families single-parent share: 46.01 % · U.S. Census Bureau ACS 5-year (2018–2022) — Table B11001B — Household Type — Black Alone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adults without HS diploma: 8.47 % · U.S. Census Bureau ACS 5-year (2018–2022) — Table C15002B — Sex by Educational Attainment — Black Alone, 25+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prevalence: 21.85 % · CDC PLACES — Local Data for Better Health — Measure DEPRESSION (county-tract avg)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without health insurance: 13.75 % · CDC PLACES — Local Data for Better Health — Measure ACCESS2 (county-tract avg) · 2022-12-31 [verified]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crime (TX) (static — live API unavailable)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594360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above is the current value in the chain-web. Re-run the deck to refresh.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Live — connected to /api/corridor/story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picture matters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fatherless boys in 76704 today are next year's headlines if no one intervenes.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Waco's 76704 ZIP, the violent crime index runs ~2.8× the U.S. average. Most of the boys involved have one common thread: no consistent father figure.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ISD was just placed at TEA Stage 4 — the most severe discipline rating in Texas — for sending Black students to alternative ed at 3× the rate of their peers.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I-35 corridor in Austin, the same mechanics play out at a larger scale, accelerated by gentrification displacing Black families from East Austin to Manor, Pflugerville, and Del Valle.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metros, Big Brothers Big Sisters has a publicly acknowledged Black-male-mentor crisis: boys wait roughly twice as long as girls for a match.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24-platform AI operating system, a real-time event bus (RPLICE), and a Sankofa Men program ready to deploy. What we need is the partnership table.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Executive Summary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WACO / McLENNAN COUNTY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concentrated picture: 76704 East Waco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County — sides of town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Waco (76704) is the historically Black, redlined side of the Brazos.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2468880"/>
                <a:gridCol w="118872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Neighborhood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Waco (historic Black district)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~50%+ vs Waco 19.3%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Violent index 64.3 (~2.8× 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/ Central Waco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Black + Hispanic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Violent index 66.4 (~2.9× 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Waco / Bellmead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city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76710 / 76712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Waco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Predominantly White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/ opportunity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76704 is the geographic heart of every risk factor that follows. Redlined since the 1930s, still concentrated today.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· Geography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behind the alarm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/ McLennan — verified from BLS, ACS, TEA, BestPlaces, USAFacts, TJJD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76704 violent crime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U.S. average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students sent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ed vs peers (TEA)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discretionary DAEP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placements are Black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discipline reprimand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severe rating)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ISD students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at-risk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disconnected Black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16–24 county-wide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936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children in single-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households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4400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gap (Black-male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needed)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BestPlaces (zip crime), TEA TAPR 2024, USAFacts/BLS LAUS, ACS 5-yr 2019–2023, TJJD population reports, BBBS Lone Star public statements.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· By the numbers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ISD — the measurable school-to-prison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Stage 4 reprimand makes this the single most actionable upstream lever.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students = ~30% of Waco ISD enrollment but ~60% of discretionary DAEP (alternative ed) placements.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students are 3× more likely than peers to be sent to DAEP for offenses that don't automatically require placement (gang involvement, threats).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 of Waco ISD students are flagged at-risk of dropping out — among the highest rates in Central Texas.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District-wide grad rate is 86%, but the Black-student rate isn't published cleanly — the gap is the story.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DAEP placement materially increases the probability of justice-system involvement within 24 months. That's the pipeline. We can disrupt it at the campus level.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· Education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— family structure &amp; SDOH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that produce the gap (and that we can change).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~55–60% of Black children in McLennan live in single-parent (predominantly female-headed) households — vs ~24% for White children.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maps to ~3,000–3,500 Black children growing up without a residential father in the county.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76704 carries an 8–12 year life expectancy gap vs West Waco (76710) — comparable to documented gaps in Houston/Dallas Black neighborhoods.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76704 is a USDA-designated low-income / low-access area for grocery (food desert).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Transit coverage from 76704 to major employment hubs is sparse — limiting both youth jobs and adult-male job retention.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filings concentrate in 76704 / 76707 — destabilizing the same families we need to anchor.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· SDOH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already in the field — and where the gap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duplicating. We are stitching.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STARRY Fatherhood Program (Columbus Ave, Waco) — only comprehensive fatherhood program. Free. Bell/Coryell/McLennan/Williamson. Funded by TX HHSC + United Way of Waco-McLennan.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BBBS West Central Texas (BBBS Lone Star) — confirmed Black-male mentor waitlist crisis. Boys wait ~2× as long as girls.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Prosper Waco — backbone collective-impact org with a youth pillar; data-ready partner.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In Schools Waco — campus-level case management, but capacity-limited on Black-male specific work.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Foundation, Cooper Foundation, United Way of Waco-McLennan — local funding table.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Baylor University, McLennan Community College, TSTC — workforce / mentor pipeline if activated.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a 100 Black Men chapter, a coordinated Black-male mentor recruitment campaign, and a real-time mentor-to-youth matching layer. That's where TCAF plugs 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Waco · Capacity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AUSTIN / TRAVIS COUNTY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dispersed picture: gentrification scattered the same problem.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County — sides of town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Gentrification has pushed the historically Black community east and north.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011680"/>
                <a:gridCol w="182880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 /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 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78702 East Austin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 Black district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 (was ~70% in 1990)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Gentrified, prices doubled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78721 / 78723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of Black Austin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~25–30%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Concentrated need + culture orgs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78724 NE Travis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displaced families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Manor / Del Valle / Pflugerville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Black 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Schools absorbing displacement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Austin / 78703 / 78746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Predominantly White / wealthy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212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Austin's Black community is no longer geographically concentrated. That changes the strategy — but not the math.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Austin · Geography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/ Travis — by the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metro, dispersed need, larger absolute gap.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 County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share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 County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share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ISD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28016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41732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0" y="215798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share of AISD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out-of-school suspensions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students suspended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White peers (AISD)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~5,500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disconnected Black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16–24 metro-wide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~12,000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936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children in single-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households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30175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3154680"/>
            <a:ext cx="2651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144000" y="389534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gap (Black-male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needed)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ACS 2019–2023, AISD discipline reports, Travis County Juvenile Probation, BBBS Lone Star, Texas Demographic Center.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Austin · By the numbers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— who's already in the field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ecosystem, more philanthropic capital, but coordination is fragmented.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Black Men of Central Texas — active mentor chapter; the Waco analog doesn't exist yet.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Area Urban League — workforce, advocacy, family services.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Square (Austin's Black Cultural District) — cultural anchor in 78702/78721.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Communities — housing + family stability + financial coaching at scale.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Huston-Tillogson University — HBCU mentor / college-pipeline partner.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In Schools Central Texas — campus case management across AISD, Manor, Del Valle, Pflugerville.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BBBS Lone Star (parent of Waco's chapter) — one network, two metros, same waitlist.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at the table: St. David's Foundation ($200M+/yr), Michael &amp; Susan Dell, Andy Roddick Foundation, Mission Capital, United Way Greater Austin, Greater Austin Black Chamber.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a real-time, cross-org coordination layer that can match a fatherless boy in Manor to a mentor in Round Rock without a 90-day intake delay.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Austin · Capacity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SYMMETRY · ALIGNMENT · DIFFERENCES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metros, one I-35 corridor, one shared playbook.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— where Waco and Austin look identical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of the pipeline don't care about metro size.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school-to-prison pipeline mechanics: Black students 3–3.5× more likely to be sent to DAEP / suspended than peers in both districts.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single-parent share: ~55–60% of Black children in both counties grow up without a residential father.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BBBS Black-male mentor crisis: boys wait ~2× as long as girls for a match in both chapters of the same network.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opportunity-youth ratio: Black 16–24 disconnection rate runs ~17–19% in both metros (vs ~11% overall).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SDOH stack in the historic Black ZIPs: food desert, transit gap, eviction concentration, life-expectancy gap of 8–12 years vs the wealthy ZIP.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federal/state funding pools: TX HHSC Fatherhood, TWC Workforce, HRSA RCORP, SAMHSA Statewide Family Network, DOJ OVW — all available to both.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Symmetry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— where the two ecosystems already meet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to build the bridges. We have to activate them.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31089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 partner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 partner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collective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Prosper Waco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Capital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learning agenda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Fatherhood direct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AAUL + 100 BMCT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HHSC Fatherhood Initiative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BBBS West Central TX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BBBS Lone Star (Austin)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parent network — one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Higher-ed mentor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Baylor / MCC / TSTC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 Austin / Huston-Tillotson /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state work-study + service-learning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of TX Workforce 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Solutions Capital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TWC Skills Development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Cooper, Waco Fdn, UW Waco-McLennan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David's, Dell, UW Greater Austin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Co-funded I-35 corridor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district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 ISD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AISD + Manor + Del Valle + Pflugerville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Stage-4 lessons → AISD prevention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Alignment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— what makes each metro unique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must adapt, even when the math is shared.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vs dispersion: Waco's need is geographically concentrated in 76704 — one neighborhood-scale intervention can move the needle. Austin's need is dispersed across 5+ ZIPs and 4+ districts — strategy must be hub-and-spoke.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Philanthropic capital: Austin has ~10× the foundation grant capital of Waco — but also ~10× the competition for it. Waco has tighter relationships and faster decisions.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anchoring: Austin has Six Square, a designated Black Cultural District; Waco has no equivalent — building one is part of the play.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HBCU presence: Austin has Huston-Tillotson; Waco has none — but Baylor's Diana R. Garland School of Social Work is a willing partner.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Gentrification pressure: Austin's families are being priced out; the intervention must include housing stability (Foundation Communities). Waco's families are stable in place but under-resourced.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100 Black Men chapter: Active in Austin, absent in Waco — Phase 1 deliverable is to charter a Waco chapter or formal Sankofa-Men-led equivalent.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Comparison · Differences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88952" cy="45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57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THE TCAF SOLUTION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24 platforms + RPLICE + Sankofa Men + WAB2 deliver to the field.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TCAF closes the gap — five-platform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is already built. We're activating, not inventing.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64008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TCAF 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for the fatherhood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Identification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WAB2 (We Are Better Together)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5-area county×ZIP×language matrix surfaces fatherless boys + at-risk fathers in real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Community-trusted, multilingual outreach via known local navigators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Mentor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Sankofa 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Same-race / same-experience male mentors matched + trained + retained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Wraparound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WholeMind + ISSS Youth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health, education re-engagement, college / workforce on-ramps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Evidence + funding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RPLICE event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outcome events shared across orgs + funders for coordinated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Architecture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RPLICE — the real-time bus that connects every partner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coordination layer Austin's fragmented ecosystem has been waiting for.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RPLICE = Real-time Population Linkage and Information Coordination Engine — TCAF's event bus.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partner emits events: 'youth.flagged', 'mentor.matched', 'family.enrolled', 'father.engaged', 'crisis.triaged', 'outcome.achieved'.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partners receive only what they're authorized to see — privacy-preserving by design (FERPA, HIPAA, 42 CFR Part 2 aware).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STARRY in Waco and AAUL in Austin can see the same boy's mentor match in real time — no 90-day intake delay.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(United Way, St. David's, Cooper, Dell) get a unified outcomes dashboard across all grantees instead of 12 different PDFs.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already shipped /api/rplice/sync (handshake + batch + peer-network mirror) — it's live and ready to onboard partners today.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RPLICE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pilot — Waco Fatherhood Pod + Austin Fatherhood Pod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pods, shared learning loop, one P&amp;L.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pod: anchor in 76704. Recruit + match 250 Black-male mentors to 250 fatherless boys (ages 8–17). Co-run with STARRY + Prosper Waco + Waco ISD + Baylor.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pod: anchor in 78721 / 78724 with a Manor satellite. Recruit + match 500 mentors to 500 boys. Co-run with 100 BMCT + AAUL + Foundation Communities + AISD/Manor/Del Valle.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pods feed RPLICE. Quarterly cross-pod learning sessions. Shared mentor training curriculum. Shared evaluation by Dell Med School + UT SSW + Baylor SSW.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outcome targets: 750 mentor matches, 1,200 fathers re-engaged, 35% reduction in DAEP placements among matched youth, 90% mentor retention at 12 months.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Y1 budget envelope: ~$2.4M ($800K Waco + $1.6M Austin) — backloaded against funder commitments below.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Pilot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strategy — corporate + philanthropic + public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across both metros.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29184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United 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Waco-McLennan ($150K)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Greater Austin ($300K)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corridor RFP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Place-based foundation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 Fdn, Waco Fdn ($250K)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David's, Dell, Roddick ($600K)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I-35 Corridor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—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HHSC Fatherhood, TWC SDF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HHSC Fatherhood, TWC SDF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TX HHSC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— federal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HRSA RCORP-Planning, SAMHSA SFN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DOJ OVW Rural N/A → BJA COSSUP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PCORI Cycle 2 (LOI 4/28!)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H-E-B, Baylor, McLane, Mars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Dell, USAA, Tito's, Indeed,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CSR 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 / civic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Mt Zion, NAACP Waco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Ebenezer 3rd Bapt, NAACP Austin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Cross-pulpit campaign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Funding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each partner type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named, sized.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(Waco-McLennan + Greater Austin): convene the corridor table; co-fund the backbone coordinator FTE in each pod (~$120K each).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STARRY + 100 BMCT + AAUL: become the lead direct-service operators. Receive Sankofa Men toolkit + RPLICE access + co-branded recruitment.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BBBS Lone Star: open the existing waitlist to a coordinated Black-male recruitment campaign anchored by Sankofa Men + 100 BMCT.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Waco ISD + AISD + Manor + Del Valle + Pflugerville: campus-level data-sharing MOU; mentor access during the school day; behavior-incident referrals via RPLICE.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Baylor + UT Austin + Huston-Tillotson + MCC + ACC: mentor pipeline (work-study + service-learning), evaluation partnership.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(H-E-B, Dell, USAA, Tito's, McLane, Baylor Healthcare, Indeed, Google): paid mentor release time + cash sponsorship + employee-resource-group activation.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leaders: pulpit recruitment of Black men 25–55 willing to commit 4 hrs/month for 24 months.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Partner asks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/ 60 / 90 days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milestones.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  <a:gridCol w="3383280"/>
              </a:tblGrid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Waco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 track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with STARRY + Prosper Waco + Waco ISD; charter Sankofa Men Waco chapter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 with 100 BMCT + AAUL + Foundation Communities; AISD data-sharing draft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United Way co-funding ask; PCORI 4/28 LOI submitted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50 mentor matches in 76704; campus pilot at G.W. Carver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100 mentor matches across 78721/78724/Manor; AISD pilot at LBJ Early College 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launch event + RPLICE onboarding for all partners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active matches, 200 fathers engaged via STARRY co-referrals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active matches, 400 fathers engaged via AAUL co-referrals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quarterly outcomes dashboard published to all funders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65392"/>
            <a:ext cx="11457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TCAF · Solution · 30/60/90 · April 17,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alarming. The mechanics are knowable.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 are present. The platform is built.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stitch the I-35 corridor and close the gap together.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ThriveUp Community Academy / TCAF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17,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TCAF / Sankofa Men + WAB2 + LifeBridge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Waco &amp; Austin: The Black Youth Fatherhood Gap</dc:title>
  <dc:subject>PptxGenJS Presentation</dc:subject>
  <dc:creator>ThriveUp Community Academy / TCAF</dc:creator>
  <cp:lastModifiedBy>ThriveUp Community Academy / TCAF</cp:lastModifiedBy>
  <cp:revision>1</cp:revision>
  <dcterms:created xsi:type="dcterms:W3CDTF">2026-04-17T19:22:07Z</dcterms:created>
  <dcterms:modified xsi:type="dcterms:W3CDTF">2026-04-17T19:22:07Z</dcterms:modified>
</cp:coreProperties>
</file>