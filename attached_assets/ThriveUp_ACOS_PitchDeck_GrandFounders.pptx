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ThriveUp ACOS Ecosystem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Platforms. One Mission. The Future of Workforce — Already Built.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371600" cy="36576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Terry Flood</a:t>
            </a:r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Austin, TX  |  Veteran  |  Black Founder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mr.terryflood@gmail.com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30175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 a one-trick pony —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powerful ecosystem that solves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toughest problems in an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empathetic way with an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equity-focused lens."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systems are broken into silos.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fall through the gaps.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4864" cy="502920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93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Services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Veterans, job seekers, and underserved communities navigate 15+ disconnected systems to get basic help. Most give up.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54864" cy="502920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79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Coordination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agencies, health providers, housing services, and crisis responders operate in isolation — no shared data, no handoffs.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364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Ecosystem Thinking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611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Sloan calls workforce ecosystems "the future of work." 87% of executives say they need one. Almost none have built one.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50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Gap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297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from underrepresented communities have the capability but not the access. The rooms where decisions happen remain closed.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Interdependent Platforms — One Adaptive Operating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1A2332"/>
          </a:solidFill>
          <a:ln w="10160">
            <a:solidFill>
              <a:srgbClr val="2D7F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8562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ThriveUp Academy, Manager in Training, ISSS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1A2332"/>
          </a:solidFill>
          <a:ln w="10160">
            <a:solidFill>
              <a:srgbClr val="2D7F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77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 SERVICES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6334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M2C (Military-to-Civilian), Collaborative Advocate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1A2332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EQUITY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4107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Whole-Person Health, Sankofa, PillScheduler, SafeCogniCare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1A2332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EMERGENCY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41879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 Atlas, SafeReport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1A2332"/>
          </a:solidFill>
          <a:ln w="10160">
            <a:solidFill>
              <a:srgbClr val="2D7F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600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CONTRACTING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18562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MCE (656K+ SAM.gov records), Pinnacle Business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2331720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1A2332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377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RESOURCES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26334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LifeBridge (Virtual 211), WholeMind, Perfectly Different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3108960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1A2332"/>
          </a:solidFill>
          <a:ln w="10160">
            <a:solidFill>
              <a:srgbClr val="2D7F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SCIENCE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34107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Science Lab / RPLICE, Ecosystem Nexus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3886200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1A2332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MARKETING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41879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Creator AI, Ad Targeting, Speech Bridge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4754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individuals  |  Enterprise licensing for companies &amp; government  |  All platforms coordinate autonomously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REAL TALK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platforms built and operational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709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of 23 online today, 7 deploying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0025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active grants in pipeline: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63040" y="22951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WIOA ($200K–$500K)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63040" y="2587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($100K–$500K)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63040" y="2880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David's (up to $1M)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63040" y="3172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SSG Fox VA ($750K)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465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API ecosystem — platforms coordinate autonomously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7581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Bilateral collaboration with partner ecosystems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40507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Orchestration Map (who leads, who supports)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Pre-Build Gate preventing duplicated work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Failed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1417320"/>
            <a:ext cx="36576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417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silos early 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6733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didn't talk to each other. Had to rebuild the entire connector architecture from scratch.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2194560"/>
            <a:ext cx="36576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194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Tried to do everything alone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450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partnerships, no collaboration model. Learned that ecosystem thinking requires ecosystem relationships.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2971800"/>
            <a:ext cx="36576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9718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Underpriced the enterprise 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32278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Gave away what Fortune 500 companies pay millions for. Still learning to charge what it's worth.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3749040"/>
            <a:ext cx="36576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749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gap is real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40050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keep the lights on but don't build scale. Need strategic capital partners — that's why we're here.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Sloan defines workforce ecosystems as the future.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one. Now we need the right partners to scale 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1A2332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GOAL #1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$1.5M–$2.5M in Enterprise / Government Contracts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ThriveUp ACOS ecosystem across 2-3 organizations in veteran transition, municipal workforce development, or Fortune 500 community investment programs. We have 4 active grants in pipeline and a live platform — we need strategic partners who can accelerate deployment at scale.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1A23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GOAL #2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 for Government Modernization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6974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2-3 partnerships with Fortune 500 companies or family offices to license the ACOS framework for government operations — city, state, and federal. The platform changes how governments coordinate workforce, emergency response, and community services. We need capital partners who can open doors to institutional deployment.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10515600" cy="36576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</a:t>
            </a:r>
            <a:pPr algn="ctr" indent="0" marL="0">
              <a:buNone/>
            </a:pPr>
            <a:r>
              <a:rPr lang="en-US" sz="1100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mr.terryflood@gmail.com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Cash App: </a:t>
            </a:r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$MRTDFLOOD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PayPal: </a:t>
            </a:r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paypal.me/TERRYFLOODCEO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algn="ctr" indent="0" marL="0">
              <a:buNone/>
            </a:pPr>
            <a:r>
              <a:rPr lang="en-US" sz="1100" dirty="0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thrivingcommunitiesforall.com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"Collaborate to help Dr. Terry Flood be the best version of himself to help people be the best version of themselves."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The Collaborative Advocate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ThriveUp ACOS Ecosystem — The Future of Workforce Is Already Built</dc:title>
  <dc:subject>Network-to-Capital Application</dc:subject>
  <dc:creator>Dr. Terry Flood</dc:creator>
  <cp:lastModifiedBy>Dr. Terry Flood</cp:lastModifiedBy>
  <cp:revision>1</cp:revision>
  <dcterms:created xsi:type="dcterms:W3CDTF">2026-03-23T16:13:29Z</dcterms:created>
  <dcterms:modified xsi:type="dcterms:W3CDTF">2026-03-23T16:13:29Z</dcterms:modified>
</cp:coreProperties>
</file>