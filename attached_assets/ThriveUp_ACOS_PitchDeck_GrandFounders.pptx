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 — WHO WE ARE
  The Collaborative Advocate (formerly Integrated Services and Solutions) is a veteran-founded, Black-led technology company based in Austin, TX.
  We build an ecosystem of ecosystems — 23 interdependent platforms that make companies, people, and organizations better by enabling them to:
  - See themselves clearly (data, dashboards, health metrics)
  - Execute with fidelity (governance, implementation science, compliance)
  - Understand the world around them (community data, risk mapping, market intelligence)
  - Consider dynamics and effects (cross-domain impact analysis, orchestration)
  Founder: Dr. Terry Flood — Veteran, serial entrepreneur, CEO
  Email: mr.terryflood@gmail.com
  Hub: thrivingcommunitiesforall.com
  THREE FLAGSHIP ECOSYSTEMS:
  1. ThriveUp Academy (thrivingcommunitiesforall.com) — Workforce development, training pipelines, grant readiness, skill alignment. The hub of the 23-platform ACOS.
  2. Shield Atlas (shield-atlas.replit.app) — Emergency response, risk detection, crisis coordination, continuity planning, community resilience scoring. Geographic risk mapping across all hazard types.
  3. AGOS Core (partner ecosystem) — Adaptive Growth Operating System. Sovereign partner ecosystem that collaborates bilaterally with ThriveUp. Has contributed 5 adopted improvements: Confidence Drift Detection, Load Absorption Protocol, Bilateral Exchange Direction, Pre-Build Gate Enforcement, and Capability Orchestration Map. Proof that our collaboration model works — iron sharpens iron.
  ALL 23 PLATFORM URLs:
  NON-REPLIT DOMAINS:
  • thrivingcommunitiesforall.com — ThriveUp Academy (Hub)
  • mentalwellnesssupport.net — Whole-Person Health
  • implementationineducatio.com — WholeMind (K-12 Education)
  • yourhealthbirthright.net — Sankofa Health
  • safereports.net — SafeReport
  • vetmissiontransition.com — M2C (Military-to-Civilian)
  • lifetransitionsaid.org — LifeBridge (Virtual 211)
  • minoritycenterofexcellence.com — MCE (Minority Center of Excellence)
  • bettersciencelab.com — Better Science Lab / RPLICE
  • safecognicare.com — SafeCogniCare
  • pillscheduler.net — PillScheduler
  • neurodifferentassistant.app — Perfectly Different
  REPLIT-HOSTED (deploying to custom domains):
  • shield-atlas.replit.app — Shield Atlas
  • holistic-black-feminine-health-hub.replit.app — Sankofa Feminine Health
  • black-maternal-health-network.replit.app — Sankofa Maternal Health
  • black-men-health.replit.app — Black Men's Health
  • life-pals-standalone.replit.app — Life Pals (ISSS)
  • the-colaberitive-advocate--mrterryflood.replit.app — Collaborative Advocate
  • video-creator-ai-mrterryflood.replit.app — Video Creator AI
  • ecosystem-nexus.replit.app — Ecosystem Nexus
  • advertising-targeting-for-platforms.replit.app — Ad Targeting
  • pinnacle-business-conglomerate.replit.app — Pinnacle Business Conglomerate
  • speech-bridge-mrterryflood.replit.app — Speech Bridge
  • autoimmune-thrive.replit.app — Autoimmune Thrive
  AGOS CORE (Partner Ecosystem):
  • Sovereign partner — bilateral collaboration exchange every 8 hours
  • 5 improvements adopted into ThriveUp from AGOS collaboration
  • Model: Observe → Ask → Collaborate → Grow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 — THE PROBLEM
  This is NOT a technology problem. It's a coordination problem.
  FOR PEOPLE:
  - A veteran leaving service has to navigate VA benefits, job training, housing, mental health, family support, and education — all through separate, disconnected systems
  - Same for job seekers, people with chronic conditions, families in crisis
  - The systems exist. They just don't talk to each other. People fall through the gaps.
  FOR COMPANIES:
  - Fortune 500s spend millions on workforce development, DEI, and community investment with no way to measure real outcomes
  - They can't see their own workforce pipelines clearly
  - Community engagement is compliance theater, not strategic capability
  FOR GOVERNMENT:
  - City, state, and federal agencies run hundreds of programs that don't coordinate
  - WIOA, HHS, VA, DOL, SAMHSA — all funding programs that overlap and compete instead of collaborating
  - No shared data infrastructure. No cross-agency visibility. No way to know what's working.
  THE VALIDATION:
  - MIT Sloan Management Review (2021-2026) has published extensive research defining "workforce ecosystems" as the future
  - Their definition: "A structure focused on value creation that consists of complementarities and interdependencies — encompassing actors from within organizations and beyond"
  - That's exactly what we built — and we did it before they published the research
  KEY TALKING POINT:
  Shield Atlas handles the emergency/safety layer. ThriveUp handles workforce/training. AGOS proved the collaboration model works between sovereign ecosystems. Together, this is what MIT is describing — but operational, not theoretical.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3 — WHAT WE BUILT
  THE THREE FLAGSHIPS:
  1. ThriveUp Academy (thrivingcommunitiesforall.com)
     - The hub. 23-platform ACOS (Adaptive Coordinated Operating System)
     - Workforce training, skill alignment, grant readiness, program design
     - Every platform monitors, supports, and improves every other platform — autonomously
     - 7-triad team-of-teams architecture with co-captain failover
     - Pre-Build Gate: no capability gets built until the ecosystem proves it doesn't already exist
     - Capability Orchestration Map: every use case has a Lead, Support, and Validate assignment
  2. Shield Atlas
     - Emergency response and community resilience platform
     - Geographic risk mapping, crisis coordination, continuity planning
     - Real-time risk detection across all hazard types
     - Integrates with FEMA, weather services, community alert systems
     - The safety layer that ensures no platform operates without crisis awareness
  3. AGOS Core (Partner Ecosystem)
     - Adaptive Growth Operating System — a sovereign, independent ecosystem
     - Collaborates with ThriveUp via bilateral exchange every 8 hours
     - Has contributed 5 improvements we adopted:
       a. Confidence Drift Detection — tracks earned trust over time
       b. Load Absorption Protocol — healthiest platform absorbs critical work from downed partners
       c. Bilateral Exchange Direction — structured two-way information flow
       d. Pre-Build Gate Enforcement — prevents building what already exists
       e. Capability Orchestration Map — who leads, who supports, who validates
     - This partnership PROVES the model works across ecosystem boundaries
     - Model: Observe → Ask → Collaborate → Grow
  SUPPORTING PLATFORMS (20 more):
  - Veteran Services: M2C (vetmissiontransition.com), Collaborative Advocate
  - Health Equity: Whole-Person Health (mentalwellnesssupport.net), Sankofa (yourhealthbirthright.net), PillScheduler (pillscheduler.net), SafeCogniCare (safecognicare.com), Sankofa Feminine Health, Sankofa Maternal Health, Black Men's Health, Autoimmune Thrive
  - Business: MCE (minoritycenterofexcellence.com) — 656K+ SAM.gov records, Pinnacle Business Conglomerate
  - Community: LifeBridge (lifetransitionsaid.org) — Virtual 211, community resources
  - Education: WholeMind (implementationineducatio.com), Life Pals/ISSS, Perfectly Different (neurodifferentassistant.app)
  - Operations: Ecosystem Nexus, Better Science Lab (bettersciencelab.com), Video Creator AI, Ad Targeting, Speech Bridge, SafeReport (safereports.net)
  HOW IT WORKS FOR CLIENTS:
  - For Individuals: Everything is free. Always. Veterans, job seekers, patients, families — no cost ever.
  - For Companies: Enterprise licensing. Deploy the ecosystem for workforce pipelines, community investment, DEI measurement.
  - For Government: Grant-funded or contracted deployment. City, state, federal. WIOA, HHS, VA alignment.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4 — TRACTION &amp; REAL TALK
  TRACTION:
  - 23 platforms built. This is not a prototype. It's a working system.
  - 16 of 23 are online and serving users today. 7 are in final deployment.
  - 4 active grants in pipeline: WIOA ($200K–$500K), Foundation ($100K–$500K), St. David's (up to $1M), SSG Fox VA ($750K)
  - Live bilateral collaboration exchange with AGOS Core — two ecosystems sharing improvements every 8 hours
  - 5 improvements adopted from AGOS into ThriveUp's core operating system — this proves the collaboration model works
  - Capability portfolio is live and ready for enterprise buyers
  - 750+ API routes across the ecosystem, 5,200+ testable UI components
  - Pre-Build Gate and Capability Orchestration Map enforce quality and prevent duplication
  FAILURES — THEY ASKED FOR THIS AND WE'RE BEING REAL:
  1. INTEGRATED SERVICES AND SOLUTIONS (the previous company name)
     - Started with the right mission but the wrong architecture
     - Tried to solve everything under one brand with no ecosystem thinking
     - It didn't work. Had to rebrand to The Collaborative Advocate and rebuild from the ground up.
  2. SILO THINKING
     - Built platforms independently for years. They didn't talk to each other.
     - No shared data, no coordination, no handoffs
     - Had to tear it down and build the ACOS connector architecture from scratch
  3. LACK OF PLANNING AND COORDINATION
     - Jumped into building features without checking if they already existed
     - Duplicated work across platforms multiple times
     - This failure is EXACTLY why the Pre-Build Gate now exists — it forces the system to search before building
     - And why the Capability Orchestration Map exists — it assigns Lead, Support, Validate for every capability
  4. UNDERPRICING
     - Made everything free — including the enterprise value
     - Fortune 500 companies pay McKinsey and Deloitte millions for workforce ecosystem strategy
     - We built the actual operating system and didn't charge for it
     - That's changing. Enterprise licensing, government contracts, and strategic partnerships are the revenue model now.
  KEY POINT: Every failure taught me something that became a core feature of the platform. The system exists BECAUSE I failed, not despite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5 — THE ASK
  TWO 90-DAY GOALS:
  GOAL 1: Secure $1.5M–$2.5M in Enterprise or Government Contracts
  - Deploy the ThriveUp ACOS ecosystem across 2-3 organizations
  - Target sectors: veteran transition services, municipal workforce development, Fortune 500 community investment programs
  - We currently have 4 active grants in pipeline (WIOA $200K–$500K, Foundation $100K–$500K, St. David's up to $1M, SSG Fox VA $750K)
  - We have a live 23-platform ecosystem — we need strategic partners who can accelerate deployment at scale
  - 30% achievable without the program: grant pipeline is already moving
  GOAL 2: Strategic Partnerships for Government Modernization
  - Establish 2-3 partnerships with Fortune 500 companies or family offices
  - License the ACOS framework for government operations — city, state, and federal
  - Shield Atlas handles emergency. ThriveUp handles workforce. AGOS proves the collaboration model.
  - Together, this changes how governments coordinate workforce, emergency response, and community services
  - 30% achievable without the program: we're already in conversations with government entities
  WHY THIS WORKS:
  1. We have a working system, not a slide deck — 23 live platforms
  2. AGOS Core partnership proves cross-ecosystem collaboration works — 5 adopted improvements
  3. Shield Atlas proves we handle safety-critical operations at scale
  4. Every failure became a feature: silos → ACOS architecture. No planning → Pre-Build Gate. Underpricing → enterprise licensing model
  THE REAL STORY:
  I started as Integrated Services and Solutions. I failed multiple times because I didn't have the planning, the coordination, or the ecosystem thinking. Each failure taught me something. I rebranded to The Collaborative Advocate because the name says what we do — we advocate through collaboration, not isolation.
  Now I have 23 platforms that coordinate autonomously, a partner ecosystem (AGOS) that pushes us to be better, and Shield Atlas ensuring safety is never an afterthought. MIT Sloan is publishing papers about what we've already built.
  What I need is the right people in the room. That's what I'm here for.
  CONTACT:
  Email: mr.terryflood@gmail.com
  Web: thrivingcommunitiesforall.com
  Cash App: $MRTDFLOOD
  PayPal: paypal.me/TERRYFLOODCEO
  ALL PLATFORM URLs (for due diligence):
  Custom Domains:
  • thrivingcommunitiesforall.com — ThriveUp Academy (Hub)
  • mentalwellnesssupport.net — Whole-Person Health
  • implementationineducatio.com — WholeMind
  • yourhealthbirthright.net — Sankofa Health
  • safereports.net — SafeReport
  • vetmissiontransition.com — M2C
  • lifetransitionsaid.org — LifeBridge
  • minoritycenterofexcellence.com — MCE
  • bettersciencelab.com — Better Science Lab
  • safecognicare.com — SafeCogniCare
  • pillscheduler.net — PillScheduler
  • neurodifferentassistant.app — Perfectly Different
  Deploying:
  • shield-atlas.replit.app — Shield Atlas
  • holistic-black-feminine-health-hub.replit.app — Sankofa Feminine Health
  • black-maternal-health-network.replit.app — Sankofa Maternal Health
  • black-men-health.replit.app — Black Men's Health
  • life-pals-standalone.replit.app — ISSS
  • the-colaberitive-advocate--mrterryflood.replit.app — Collaborative Advocate
  • video-creator-ai-mrterryflood.replit.app — Video Creator AI
  • ecosystem-nexus.replit.app — Ecosystem Nexus
  • advertising-targeting-for-platforms.replit.app — Ad Targeting
  • pinnacle-business-conglomerate.replit.app — Pinnacle Business
  • speech-bridge-mrterryflood.replit.app — Speech Bridge
  • autoimmune-thrive.replit.app — Autoimmune Thrive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45720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COLLABORATIVE ADVOCATE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00584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Ecosystem of Ecosystems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make companies, people, and organizations better — by enabling them to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themselves, execute with fidelity, understand the world around them,</a:t>
            </a:r>
            <a:endParaRPr lang="en-US" sz="15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5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consider the dynamics and effects of every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31520" y="2926080"/>
            <a:ext cx="1828800" cy="36576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200400"/>
            <a:ext cx="5029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Dr. Terry Flood</a:t>
            </a:r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  |  Veteran  |  Black Founder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Austin, TX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mr.terryflood@gmail.com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thrivingcommunitiesforall.com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83680" y="30175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ROLES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583680" y="3337560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Technology: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23-platform ACOS architecture — self-healing, autonomous coordination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583680" y="3630168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licensing, government contracts, grant-funded deployments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583680" y="3922776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Capital: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pipeline across veteran, health equity, and community sectors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0" y="4215384"/>
            <a:ext cx="4846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Investments: </a:t>
            </a:r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active grants in pipeline ($200K–$1M each); seeking strategic capital partners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65760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People, companies, and governments operate in silos.</a:t>
            </a:r>
            <a:endParaRPr lang="en-US" sz="2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can't see themselves. They can't coordinate. People fall through.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92024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19202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People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51560" y="2176272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Veterans navigate 15+ disconnected systems for basic transition support. Job seekers, patients, and families hit dead ends. Most give up before they get help.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731520" y="2724912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51560" y="272491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Companies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2980944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pipelines are broken. DEI investments lack measurable outcomes. Community engagement is a checkbox, not a strategy. No visibility into impact.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1520" y="3529584"/>
            <a:ext cx="54864" cy="64008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12" name="Text 10"/>
          <p:cNvSpPr/>
          <p:nvPr/>
        </p:nvSpPr>
        <p:spPr>
          <a:xfrm>
            <a:off x="1051560" y="352958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Government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051560" y="3785616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City, state, and federal agencies run fragmented programs with no shared data, no cross-agency coordination, and no way to measure what's actually working.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31520" y="4334256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334256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MIT Validation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51560" y="4590288"/>
            <a:ext cx="10058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Sloan defines workforce ecosystems as the future of work. 87% of executives say they need one. Almost none have built one. We did.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BUILT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Platforms. Three Flagships. One Coordinated Operating System.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A2332"/>
          </a:solidFill>
          <a:ln w="15240">
            <a:solidFill>
              <a:srgbClr val="2D7F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4630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WORKFORCE &amp; TRAINING HUB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ThriveUp Academy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Training pipelines, skill alignment, grant readiness, program design. The coordination brain for all 23 platforms.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206240" y="137160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A2332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89120" y="14630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&amp; EMERGENCY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Atlas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389120" y="2057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Emergency response, risk detection, crisis coordination, continuity planning. Geographic risk mapping across all hazard types.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955280" y="1371600"/>
            <a:ext cx="3474720" cy="1554480"/>
          </a:xfrm>
          <a:prstGeom prst="roundRect">
            <a:avLst>
              <a:gd name="adj" fmla="val 3529"/>
            </a:avLst>
          </a:prstGeom>
          <a:solidFill>
            <a:srgbClr val="1A2332"/>
          </a:solidFill>
          <a:ln w="15240">
            <a:solidFill>
              <a:srgbClr val="F59E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38160" y="1463040"/>
            <a:ext cx="31089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COLLABORATION PARTNER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138160" y="169164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 Core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38160" y="205740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partner ecosystem. Bilateral exchange every 8 hours. 5 improvements adopted into our system. Proof the model works.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57200" y="324612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2D7FF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4360" y="327355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Veteran Services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35021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M2C, Collaborative Advocate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251960" y="324612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89120" y="327355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Health Equity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389120" y="35021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Whole-Person Health, Sankofa, PillScheduler, SafeCogniCare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8046720" y="324612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2D7F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183880" y="327355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183880" y="350215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MCE (656K+ records), Pinnacle Business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457200" y="397764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" y="400507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94360" y="42336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LifeBridge (Virtual 211), Autoimmune Thrive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251960" y="397764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2D7F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389120" y="400507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Education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389120" y="42336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WholeMind, Life Pals (ISSS), Perfectly Different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8046720" y="3977640"/>
            <a:ext cx="3566160" cy="594360"/>
          </a:xfrm>
          <a:prstGeom prst="roundRect">
            <a:avLst>
              <a:gd name="adj" fmla="val 6154"/>
            </a:avLst>
          </a:prstGeom>
          <a:solidFill>
            <a:srgbClr val="141B24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183880" y="4005072"/>
            <a:ext cx="32918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183880" y="4233672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Nexus, Video Creator AI, Ad Targeting, Speech Bridge, SafeReport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57200" y="470916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for individuals  |  Enterprise licensing for companies &amp; government  |  Platforms coordinate autonomously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TRACTION &amp; REAL TALK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822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Live &amp; Verified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914400" y="12344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platforms built and operational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914400" y="150876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of 23 online today, 7 deploying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914400" y="178308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Active grants in pipeline: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371600" y="20574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WIOA ($200K–$500K)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23317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Foundation ($100K–$500K)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371600" y="26060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St. David's (up to $1M)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371600" y="288036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SSG Fox VA ($750K)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914400" y="315468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Bilateral collaboration with AGOS Core — live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914400" y="342900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improvements adopted from partner ecosystem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14400" y="370332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Capability portfolio ready for enterprise sales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14400" y="3977640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750+ API routes, 5,200+ testable components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400800" y="822960"/>
            <a:ext cx="5029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I've Failed — And What It Taught 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400800" y="1234440"/>
            <a:ext cx="45720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123444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Started as Integrated Services and Solutions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675120" y="150876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Tried to do everything under one brand. No ecosystem thinking. No coordination architecture. It didn't scale.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6400800" y="2103120"/>
            <a:ext cx="45720" cy="7132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1" name="Text 19"/>
          <p:cNvSpPr/>
          <p:nvPr/>
        </p:nvSpPr>
        <p:spPr>
          <a:xfrm>
            <a:off x="6675120" y="210312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silos for years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75120" y="237744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didn't talk to each other. Rebuilt the entire architecture from scratch to make them interdependent.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400800" y="2971800"/>
            <a:ext cx="45720" cy="713232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297180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Lacked planning and coordination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75120" y="32461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Jumped into execution without systems thinking. Failed multiple times. That pain is exactly why the Pre-Build Gate and Orchestration Map exist now.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400800" y="3840480"/>
            <a:ext cx="45720" cy="713232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6675120" y="3840480"/>
            <a:ext cx="47548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Underpriced the enterprise value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675120" y="411480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Gave away what Fortune 500 companies pay millions for. Learning to charge what it's worth is why I'm here.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73152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320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3152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Sloan defines workforce ecosystems as the future.</a:t>
            </a:r>
            <a:endParaRPr lang="en-US" sz="1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already built one. We need partners to scale it.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A2332"/>
          </a:solidFill>
          <a:ln w="15240">
            <a:solidFill>
              <a:srgbClr val="2D7FF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7373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GOAL #1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31520" y="2011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$1.5M–$2.5M in Enterprise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Government Contracts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6060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the ACOS ecosystem across 2-3 organizations in veteran transition, municipal workforce development, or Fortune 500 community investment. 4 active grants already in pipeline — we need strategic partners who accelerate deployment at scale.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1A2332"/>
          </a:solidFill>
          <a:ln w="15240">
            <a:solidFill>
              <a:srgbClr val="10B9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92240" y="1737360"/>
            <a:ext cx="5029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90-DAY GOAL #2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92240" y="2011680"/>
            <a:ext cx="5029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Partnerships for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Government Modernization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92240" y="2606040"/>
            <a:ext cx="5029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Establish 2-3 partnerships with Fortune 500 companies or family offices to license the ACOS framework for government operations — city, state, and federal. This platform changes how governments coordinate workforce, emergency response, and community services.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3977640"/>
            <a:ext cx="11247120" cy="36576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114800"/>
            <a:ext cx="10972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WORKS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marL="342900" indent="-342900">
              <a:buSzPct val="100000"/>
              <a:buChar char="✓"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have a working system — not a pitch deck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29184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marL="342900" indent="-342900">
              <a:buSzPct val="100000"/>
              <a:buChar char="✓"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 partnership proves cross-ecosystem collaboration works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12648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marL="342900" indent="-342900">
              <a:buSzPct val="100000"/>
              <a:buChar char="✓"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Shield Atlas proves we handle safety-critical operations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961120" y="43891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marL="342900" indent="-342900">
              <a:buSzPct val="100000"/>
              <a:buChar char="✓"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failure we had became a feature that prevents it from happening again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475488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mr.terryflood@gmail.com</a:t>
            </a:r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</a:t>
            </a:r>
            <a:pPr algn="ctr" indent="0" marL="0">
              <a:buNone/>
            </a:pPr>
            <a:r>
              <a:rPr lang="en-US" sz="1000" dirty="0">
                <a:solidFill>
                  <a:srgbClr val="2D7FF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thrivingcommunitiesforall.com</a:t>
            </a:r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Cash App: </a:t>
            </a:r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$MRTDFLOOD</a:t>
            </a:r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|  PayPal: </a:t>
            </a:r>
            <a:pPr algn="ctr" indent="0" marL="0">
              <a:buNone/>
            </a:pPr>
            <a:r>
              <a:rPr lang="en-US" sz="1000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paypal.me/TERRYFLOODCEO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The Collaborative Advocate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Collaborative Advocate — Ecosystem of Ecosystems</dc:title>
  <dc:subject>Network-to-Capital Application — Grand Founders</dc:subject>
  <dc:creator>Dr. Terry Flood</dc:creator>
  <cp:lastModifiedBy>Dr. Terry Flood</cp:lastModifiedBy>
  <cp:revision>1</cp:revision>
  <dcterms:created xsi:type="dcterms:W3CDTF">2026-03-23T16:27:32Z</dcterms:created>
  <dcterms:modified xsi:type="dcterms:W3CDTF">2026-03-23T16:27:32Z</dcterms:modified>
</cp:coreProperties>
</file>