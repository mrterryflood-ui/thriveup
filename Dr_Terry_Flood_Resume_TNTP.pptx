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Partner, Education to Career — TNTP 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Pflugerville, TX 78660  |  mr.terryflood@gmail.com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thrivingcommunitiesforall.com  |  U.S. Army Veteran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Veteran-founded nonprofit CEO and workforce development architect with 7+ years leading cross-sector partnerships spanning PK–12 education, postsecondary, workforce boards, employers, and community organizations. Built a 24-platform AI-powered technology ecosystem (thrivingcommunitiesforall.com) serving workforce development, health equity, criminal justice reform, and youth empowerment across Central Texas. Manages $3.5M+ active grant pipeline including federal (DOJ, DOL/WIOA), state (Texas Veterans Commission), and foundation funding. Academic foundation across 7 disciplines: Implementation Science, Criminal Justice, HR Management, I-O Psychology, Education, Social Science, and Healthcare &amp; Public Health.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1188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Career Pathway Design &amp; Implementation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361188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Cross-Sector Coalition Building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361188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WIOA Title I / Perkins V / ESSA Policy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Business Development &amp; Grant Writing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Analytics &amp; Census Tract Analysis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977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Workforce Board &amp; Employer Partnerships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343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Implementation Science (CFIR 2.0, RE-AIM)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434340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4343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PK–12 to Postsecondary Systems Alignment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0" y="434340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4343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Stakeholder Facilitation &amp; Consensus Building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EXPERIENCE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– Present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5961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(TCAF)  |  Pflugerville, TX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8978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Designed and launched 24-platform AI-powered ecosystem serving workforce development, health equity, criminal justice reform, and community empowerment — all platforms live at thrivingcommunitiesforall.com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624535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50+ stackable career pathways with credential tracking spanning CNA, CompTIA, CDL, CHW certification, welding, and advanced manufacturing — aligned to Austin MSA labor market demand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6592824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 $3.5M+ active grant pipeline including DOJ Second Chance Act ($1M), SSG Fox VA ($750K), Rare Impact Fund ($500K), St. David’s Health Equity ($1M), WIOA Title I Youth ($500K), and Austin FC Dream Starter ($100K)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940296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Lead cross-sector coalition development with workforce boards (Workforce Solutions Capital Area), employers (Ascension Seton, H-E-B, Dell, Samsung), community health centers (CommUnityCare), and PK–12 systems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728776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Created RPLICE implementation science system using CFIR 2.0 and RE-AIM frameworks to measure program fidelity, ensuring interventions produce measurable outcomes in the communities they serve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763524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Developed Census tract-level data analytics revealing how poverty, crime, and health disparities concentrate — replacing misleading county-level averages with block-by-block evidence for strategic decision-making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798271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Designed Community Health Worker (CHW) training pipeline addressing healthcare access gaps in underserved neighborhoods — training nonclinical workforce to expand health system reach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8330184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Mission Transition (M2C) platform for military-to-civilian career transition — skill translation, employer matching, credential mapping for veterans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  —  Resume (continued)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Principal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0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– Present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 LLC (Community Implementation Partners)  |  Pflugerville, TX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Provide consulting and implementation services to organizations adopting workforce development, health equity, and community enablement strategies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Translate partner ecosystem needs into fundable scopes of work for foundation and government funders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Lead business development including proposal drafting, funder briefings, and progress reporting across multiple simultaneous engagements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Consultant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– Present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32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M&amp;T Consulting  |  Pflugerville, TX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Technical advisory services for organizations implementing workforce technology platforms and data-driven community health programs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Strategic counsel to cross-sector leaders establishing shared goals, governance structures, and accountability systems across education, workforce, and health systems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Army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Honorably discharged veteran with leadership experience in team management, logistics, and mission-critical operations
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Military service informs TCAF's disciplined approach to program implementation, accountability, and measurable outcomes
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Built Mission Transition (M2C) platform from personal understanding of military-to-civilian transition challenges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ACADEMIC FOUNDATION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Academic Foundation Spanning 7 Disciplines: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Implementation Science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6217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Criminal Justice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38160" y="6217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 Resource Management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Industrial-Organizational Psychology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6492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Education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6492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Social Science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6766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Healthcare &amp; Public Health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7132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&amp; METRICS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7452360"/>
            <a:ext cx="10972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758952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7589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technology platforms serving workforce, health, education, justice, and business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758952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7589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pathways designed with stackable credentials aligned to labor market demand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46720" y="758952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7589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$3.5M+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grant pipeline across federal, state, and foundation sources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822960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82296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disciplines integrated into ecosystem design and implementation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1960" y="822960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82296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 served in Central Texas (Travis, Williamson, Hays, Bastrop, Caldwell)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46720" y="8229600"/>
            <a:ext cx="3611880" cy="54864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82296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entities supporting diversified revenue (nonprofit, consulting, advisory)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446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thrivingcommunitiesforall.com  |  mr.terryflood@gmail.com  |  Pflugerville, TX 78660  |  EIN 41-3618003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Terry Flood — Resume — TNTP Partner, Education to Career</dc:title>
  <dc:subject>PptxGenJS Presentation</dc:subject>
  <dc:creator>Dr. Terry Flood</dc:creator>
  <cp:lastModifiedBy>Dr. Terry Flood</cp:lastModifiedBy>
  <cp:revision>1</cp:revision>
  <dcterms:created xsi:type="dcterms:W3CDTF">2026-04-01T00:51:08Z</dcterms:created>
  <dcterms:modified xsi:type="dcterms:W3CDTF">2026-04-01T00:51:08Z</dcterms:modified>
</cp:coreProperties>
</file>